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umeo\Documents\comparatiemedii1102202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umeo\Documents\comparatiemedii1102202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umeo\Documents\comparatiemedii110220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o-RO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Mediile elevilor clasei a IX-a A la data de 11.02.2025.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v>Medii</c:v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val>
            <c:numRef>
              <c:f>'Clasa a IX-a A'!$A$1:$A$30</c:f>
              <c:numCache>
                <c:formatCode>0.00</c:formatCode>
                <c:ptCount val="30"/>
                <c:pt idx="0">
                  <c:v>10</c:v>
                </c:pt>
                <c:pt idx="1">
                  <c:v>9.82</c:v>
                </c:pt>
                <c:pt idx="2">
                  <c:v>9.76</c:v>
                </c:pt>
                <c:pt idx="3">
                  <c:v>9.5299999999999994</c:v>
                </c:pt>
                <c:pt idx="4">
                  <c:v>9.5</c:v>
                </c:pt>
                <c:pt idx="5">
                  <c:v>8.76</c:v>
                </c:pt>
                <c:pt idx="6">
                  <c:v>8.7100000000000009</c:v>
                </c:pt>
                <c:pt idx="7">
                  <c:v>8.65</c:v>
                </c:pt>
                <c:pt idx="8">
                  <c:v>8.65</c:v>
                </c:pt>
                <c:pt idx="9">
                  <c:v>8.59</c:v>
                </c:pt>
                <c:pt idx="10">
                  <c:v>8.44</c:v>
                </c:pt>
                <c:pt idx="11">
                  <c:v>8.24</c:v>
                </c:pt>
                <c:pt idx="12">
                  <c:v>8.19</c:v>
                </c:pt>
                <c:pt idx="13">
                  <c:v>8.18</c:v>
                </c:pt>
                <c:pt idx="14">
                  <c:v>8.1199999999999992</c:v>
                </c:pt>
                <c:pt idx="15">
                  <c:v>7.94</c:v>
                </c:pt>
                <c:pt idx="16">
                  <c:v>7.88</c:v>
                </c:pt>
                <c:pt idx="17">
                  <c:v>7.82</c:v>
                </c:pt>
                <c:pt idx="18">
                  <c:v>7.69</c:v>
                </c:pt>
                <c:pt idx="19">
                  <c:v>7.56</c:v>
                </c:pt>
                <c:pt idx="20">
                  <c:v>7.47</c:v>
                </c:pt>
                <c:pt idx="21">
                  <c:v>7.47</c:v>
                </c:pt>
                <c:pt idx="22">
                  <c:v>7.41</c:v>
                </c:pt>
                <c:pt idx="23">
                  <c:v>7.31</c:v>
                </c:pt>
                <c:pt idx="24">
                  <c:v>7.18</c:v>
                </c:pt>
                <c:pt idx="25">
                  <c:v>7.13</c:v>
                </c:pt>
                <c:pt idx="26">
                  <c:v>7.12</c:v>
                </c:pt>
                <c:pt idx="27">
                  <c:v>7.06</c:v>
                </c:pt>
                <c:pt idx="28">
                  <c:v>7</c:v>
                </c:pt>
                <c:pt idx="29">
                  <c:v>6.73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77-46DB-9F41-DF602FBA2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>
              <a:solidFill>
                <a:schemeClr val="lt1">
                  <a:lumMod val="50000"/>
                </a:schemeClr>
              </a:solidFill>
              <a:round/>
            </a:ln>
            <a:effectLst/>
          </c:spPr>
        </c:dropLines>
        <c:upDownBars>
          <c:gapWidth val="315"/>
          <c:upBars>
            <c:spPr>
              <a:solidFill>
                <a:schemeClr val="lt1">
                  <a:lumMod val="85000"/>
                </a:schemeClr>
              </a:solidFill>
              <a:ln w="9525">
                <a:solidFill>
                  <a:schemeClr val="dk1">
                    <a:lumMod val="50000"/>
                  </a:schemeClr>
                </a:solidFill>
                <a:round/>
              </a:ln>
              <a:effectLst/>
            </c:spPr>
          </c:upBars>
          <c:downBars>
            <c:spPr>
              <a:solidFill>
                <a:schemeClr val="dk1">
                  <a:lumMod val="50000"/>
                  <a:lumOff val="50000"/>
                </a:schemeClr>
              </a:solidFill>
              <a:ln w="9525">
                <a:solidFill>
                  <a:schemeClr val="dk1">
                    <a:lumMod val="75000"/>
                  </a:schemeClr>
                </a:solidFill>
                <a:round/>
              </a:ln>
              <a:effectLst/>
            </c:spPr>
          </c:downBars>
        </c:upDownBars>
        <c:smooth val="0"/>
        <c:axId val="244839232"/>
        <c:axId val="244831552"/>
      </c:lineChart>
      <c:catAx>
        <c:axId val="24483923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Numarul elevului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4831552"/>
        <c:crosses val="autoZero"/>
        <c:auto val="1"/>
        <c:lblAlgn val="ctr"/>
        <c:lblOffset val="100"/>
        <c:noMultiLvlLbl val="0"/>
      </c:catAx>
      <c:valAx>
        <c:axId val="244831552"/>
        <c:scaling>
          <c:orientation val="minMax"/>
          <c:max val="10"/>
          <c:min val="6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Media anuala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4839232"/>
        <c:crosses val="autoZero"/>
        <c:crossBetween val="between"/>
      </c:valAx>
      <c:dTable>
        <c:showHorzBorder val="1"/>
        <c:showVertBorder val="1"/>
        <c:showOutline val="1"/>
        <c:showKeys val="0"/>
        <c:spPr>
          <a:noFill/>
          <a:ln w="9525">
            <a:solidFill>
              <a:schemeClr val="dk1">
                <a:lumMod val="50000"/>
                <a:lumOff val="50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>
          <a:softEdge rad="0"/>
        </a:effectLst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o-RO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Mediile elevilor clasei a IX-a C la data de 11.02.2025.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v>Medii</c:v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val>
            <c:numRef>
              <c:f>'Clasa a IX-a C'!$A$1:$A$25</c:f>
              <c:numCache>
                <c:formatCode>0.00</c:formatCode>
                <c:ptCount val="25"/>
                <c:pt idx="0">
                  <c:v>9.58</c:v>
                </c:pt>
                <c:pt idx="1">
                  <c:v>9.58</c:v>
                </c:pt>
                <c:pt idx="2">
                  <c:v>9.5299999999999994</c:v>
                </c:pt>
                <c:pt idx="3">
                  <c:v>9.4700000000000006</c:v>
                </c:pt>
                <c:pt idx="4">
                  <c:v>9.4700000000000006</c:v>
                </c:pt>
                <c:pt idx="5">
                  <c:v>9.32</c:v>
                </c:pt>
                <c:pt idx="6">
                  <c:v>9.26</c:v>
                </c:pt>
                <c:pt idx="7">
                  <c:v>9.26</c:v>
                </c:pt>
                <c:pt idx="8">
                  <c:v>9.26</c:v>
                </c:pt>
                <c:pt idx="9">
                  <c:v>9.16</c:v>
                </c:pt>
                <c:pt idx="10">
                  <c:v>9.11</c:v>
                </c:pt>
                <c:pt idx="11">
                  <c:v>9.0500000000000007</c:v>
                </c:pt>
                <c:pt idx="12">
                  <c:v>8.9499999999999993</c:v>
                </c:pt>
                <c:pt idx="13">
                  <c:v>8.89</c:v>
                </c:pt>
                <c:pt idx="14">
                  <c:v>8.84</c:v>
                </c:pt>
                <c:pt idx="15">
                  <c:v>8.84</c:v>
                </c:pt>
                <c:pt idx="16">
                  <c:v>8.7899999999999991</c:v>
                </c:pt>
                <c:pt idx="17">
                  <c:v>8.7899999999999991</c:v>
                </c:pt>
                <c:pt idx="18">
                  <c:v>8.74</c:v>
                </c:pt>
                <c:pt idx="19">
                  <c:v>8.68</c:v>
                </c:pt>
                <c:pt idx="20">
                  <c:v>8.58</c:v>
                </c:pt>
                <c:pt idx="21">
                  <c:v>8.5299999999999994</c:v>
                </c:pt>
                <c:pt idx="22">
                  <c:v>8.5299999999999994</c:v>
                </c:pt>
                <c:pt idx="23">
                  <c:v>8.4700000000000006</c:v>
                </c:pt>
                <c:pt idx="24">
                  <c:v>8.26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21-4A96-8F38-49862F541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>
              <a:solidFill>
                <a:schemeClr val="lt1">
                  <a:lumMod val="50000"/>
                </a:schemeClr>
              </a:solidFill>
              <a:round/>
            </a:ln>
            <a:effectLst/>
          </c:spPr>
        </c:dropLines>
        <c:upDownBars>
          <c:gapWidth val="315"/>
          <c:upBars>
            <c:spPr>
              <a:solidFill>
                <a:schemeClr val="lt1">
                  <a:lumMod val="85000"/>
                </a:schemeClr>
              </a:solidFill>
              <a:ln w="9525">
                <a:solidFill>
                  <a:schemeClr val="dk1">
                    <a:lumMod val="50000"/>
                  </a:schemeClr>
                </a:solidFill>
                <a:round/>
              </a:ln>
              <a:effectLst/>
            </c:spPr>
          </c:upBars>
          <c:downBars>
            <c:spPr>
              <a:solidFill>
                <a:schemeClr val="dk1">
                  <a:lumMod val="50000"/>
                  <a:lumOff val="50000"/>
                </a:schemeClr>
              </a:solidFill>
              <a:ln w="9525">
                <a:solidFill>
                  <a:schemeClr val="dk1">
                    <a:lumMod val="75000"/>
                  </a:schemeClr>
                </a:solidFill>
                <a:round/>
              </a:ln>
              <a:effectLst/>
            </c:spPr>
          </c:downBars>
        </c:upDownBars>
        <c:smooth val="0"/>
        <c:axId val="244839232"/>
        <c:axId val="244831552"/>
      </c:lineChart>
      <c:catAx>
        <c:axId val="24483923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Numarul elevului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4831552"/>
        <c:crosses val="autoZero"/>
        <c:auto val="1"/>
        <c:lblAlgn val="ctr"/>
        <c:lblOffset val="100"/>
        <c:noMultiLvlLbl val="0"/>
      </c:catAx>
      <c:valAx>
        <c:axId val="244831552"/>
        <c:scaling>
          <c:orientation val="minMax"/>
          <c:max val="10"/>
          <c:min val="6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Media anuala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4839232"/>
        <c:crosses val="autoZero"/>
        <c:crossBetween val="between"/>
      </c:valAx>
      <c:dTable>
        <c:showHorzBorder val="1"/>
        <c:showVertBorder val="1"/>
        <c:showOutline val="1"/>
        <c:showKeys val="0"/>
        <c:spPr>
          <a:noFill/>
          <a:ln w="9525">
            <a:solidFill>
              <a:schemeClr val="dk1">
                <a:lumMod val="50000"/>
                <a:lumOff val="50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>
          <a:softEdge rad="0"/>
        </a:effectLst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o-RO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Comparatia mediilor elevilor claselor a</a:t>
            </a:r>
            <a:r>
              <a:rPr lang="en-US" baseline="0"/>
              <a:t> IX-a A si a IX-a C la data de 11.02.2025.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Comparatie!$B$1</c:f>
              <c:strCache>
                <c:ptCount val="1"/>
                <c:pt idx="0">
                  <c:v>Medii 9A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val>
            <c:numRef>
              <c:f>Comparatie!$B$2:$B$31</c:f>
              <c:numCache>
                <c:formatCode>0.00</c:formatCode>
                <c:ptCount val="30"/>
                <c:pt idx="0">
                  <c:v>10</c:v>
                </c:pt>
                <c:pt idx="1">
                  <c:v>9.82</c:v>
                </c:pt>
                <c:pt idx="2">
                  <c:v>9.76</c:v>
                </c:pt>
                <c:pt idx="3">
                  <c:v>9.5299999999999994</c:v>
                </c:pt>
                <c:pt idx="4">
                  <c:v>9.5</c:v>
                </c:pt>
                <c:pt idx="5">
                  <c:v>8.76</c:v>
                </c:pt>
                <c:pt idx="6">
                  <c:v>8.7100000000000009</c:v>
                </c:pt>
                <c:pt idx="7">
                  <c:v>8.65</c:v>
                </c:pt>
                <c:pt idx="8">
                  <c:v>8.65</c:v>
                </c:pt>
                <c:pt idx="9">
                  <c:v>8.59</c:v>
                </c:pt>
                <c:pt idx="10">
                  <c:v>8.44</c:v>
                </c:pt>
                <c:pt idx="11">
                  <c:v>8.24</c:v>
                </c:pt>
                <c:pt idx="12">
                  <c:v>8.19</c:v>
                </c:pt>
                <c:pt idx="13">
                  <c:v>8.18</c:v>
                </c:pt>
                <c:pt idx="14">
                  <c:v>8.1199999999999992</c:v>
                </c:pt>
                <c:pt idx="15">
                  <c:v>7.94</c:v>
                </c:pt>
                <c:pt idx="16">
                  <c:v>7.88</c:v>
                </c:pt>
                <c:pt idx="17">
                  <c:v>7.82</c:v>
                </c:pt>
                <c:pt idx="18">
                  <c:v>7.69</c:v>
                </c:pt>
                <c:pt idx="19">
                  <c:v>7.56</c:v>
                </c:pt>
                <c:pt idx="20">
                  <c:v>7.47</c:v>
                </c:pt>
                <c:pt idx="21">
                  <c:v>7.47</c:v>
                </c:pt>
                <c:pt idx="22">
                  <c:v>7.41</c:v>
                </c:pt>
                <c:pt idx="23">
                  <c:v>7.31</c:v>
                </c:pt>
                <c:pt idx="24">
                  <c:v>7.18</c:v>
                </c:pt>
                <c:pt idx="25">
                  <c:v>7.13</c:v>
                </c:pt>
                <c:pt idx="26">
                  <c:v>7.12</c:v>
                </c:pt>
                <c:pt idx="27">
                  <c:v>7.06</c:v>
                </c:pt>
                <c:pt idx="28">
                  <c:v>7</c:v>
                </c:pt>
                <c:pt idx="29">
                  <c:v>6.73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11-48A5-BC3B-FD6CB2C8C3D2}"/>
            </c:ext>
          </c:extLst>
        </c:ser>
        <c:ser>
          <c:idx val="1"/>
          <c:order val="1"/>
          <c:tx>
            <c:strRef>
              <c:f>Comparatie!$C$1</c:f>
              <c:strCache>
                <c:ptCount val="1"/>
                <c:pt idx="0">
                  <c:v>Medii 9C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val>
            <c:numRef>
              <c:f>Comparatie!$C$2:$C$31</c:f>
              <c:numCache>
                <c:formatCode>0.00</c:formatCode>
                <c:ptCount val="30"/>
                <c:pt idx="0">
                  <c:v>9.58</c:v>
                </c:pt>
                <c:pt idx="1">
                  <c:v>9.58</c:v>
                </c:pt>
                <c:pt idx="2">
                  <c:v>9.5299999999999994</c:v>
                </c:pt>
                <c:pt idx="3">
                  <c:v>9.4700000000000006</c:v>
                </c:pt>
                <c:pt idx="4">
                  <c:v>9.4700000000000006</c:v>
                </c:pt>
                <c:pt idx="5">
                  <c:v>9.32</c:v>
                </c:pt>
                <c:pt idx="6">
                  <c:v>9.26</c:v>
                </c:pt>
                <c:pt idx="7">
                  <c:v>9.26</c:v>
                </c:pt>
                <c:pt idx="8">
                  <c:v>9.26</c:v>
                </c:pt>
                <c:pt idx="9">
                  <c:v>9.16</c:v>
                </c:pt>
                <c:pt idx="10">
                  <c:v>9.11</c:v>
                </c:pt>
                <c:pt idx="11">
                  <c:v>9.0500000000000007</c:v>
                </c:pt>
                <c:pt idx="12">
                  <c:v>8.9499999999999993</c:v>
                </c:pt>
                <c:pt idx="13">
                  <c:v>8.89</c:v>
                </c:pt>
                <c:pt idx="14">
                  <c:v>8.84</c:v>
                </c:pt>
                <c:pt idx="15">
                  <c:v>8.84</c:v>
                </c:pt>
                <c:pt idx="16">
                  <c:v>8.7899999999999991</c:v>
                </c:pt>
                <c:pt idx="17">
                  <c:v>8.7899999999999991</c:v>
                </c:pt>
                <c:pt idx="18">
                  <c:v>8.74</c:v>
                </c:pt>
                <c:pt idx="19">
                  <c:v>8.68</c:v>
                </c:pt>
                <c:pt idx="20">
                  <c:v>8.58</c:v>
                </c:pt>
                <c:pt idx="21">
                  <c:v>8.5299999999999994</c:v>
                </c:pt>
                <c:pt idx="22">
                  <c:v>8.5299999999999994</c:v>
                </c:pt>
                <c:pt idx="23">
                  <c:v>8.4700000000000006</c:v>
                </c:pt>
                <c:pt idx="24">
                  <c:v>8.26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11-48A5-BC3B-FD6CB2C8C3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>
              <a:solidFill>
                <a:schemeClr val="lt1">
                  <a:lumMod val="95000"/>
                  <a:alpha val="54000"/>
                </a:schemeClr>
              </a:solidFill>
              <a:prstDash val="dash"/>
            </a:ln>
            <a:effectLst/>
          </c:spPr>
        </c:hiLowLines>
        <c:marker val="1"/>
        <c:smooth val="0"/>
        <c:axId val="243094688"/>
        <c:axId val="243089408"/>
      </c:lineChart>
      <c:catAx>
        <c:axId val="2430946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3089408"/>
        <c:crosses val="autoZero"/>
        <c:auto val="1"/>
        <c:lblAlgn val="ctr"/>
        <c:lblOffset val="100"/>
        <c:noMultiLvlLbl val="0"/>
      </c:catAx>
      <c:valAx>
        <c:axId val="243089408"/>
        <c:scaling>
          <c:orientation val="minMax"/>
          <c:max val="10"/>
          <c:min val="6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309468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>
          <a:softEdge rad="0"/>
        </a:effec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BF745AA-7AC3-744B-4AB3-2D3C87DA5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9A2EA46C-F593-223A-F09E-7041663AD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83C5B55-32F5-99F8-BA03-446E9C478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8AA-F831-4B38-AAC0-90479A112F3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A7D005D-C602-3768-7823-7D300EF6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95EB9E2-8E55-C160-7732-A588F57C9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C9D2-8881-45C3-AF2D-0528726F3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3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6D347C3-A949-1888-BFD4-7A99BF3E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8B458ED-C31E-8255-46C6-08B4052D8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5B7C9F-793F-AB7F-5F65-10082B8A9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8AA-F831-4B38-AAC0-90479A112F3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CF28CCEB-6686-15E6-C913-E59BE4CE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72DC2D62-0A08-1998-274E-3CEFC621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C9D2-8881-45C3-AF2D-0528726F3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18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DA56DF5-EBAD-D8D5-5827-D66A9A3E6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F82D5EE0-1A0E-C932-72D4-07684CBE1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3DABE6B0-4A11-D1F0-6658-5DA3C1DFE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8AA-F831-4B38-AAC0-90479A112F3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C6EDC25-43D0-9EE7-777D-874A94AE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93F519D-43C6-B439-9F30-C336FF83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C9D2-8881-45C3-AF2D-0528726F3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1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5F19898-7D92-F163-5A59-971A6815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2A787F0-0C5C-6A1F-3842-36AA2C4E9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431F0C0A-8F88-F3AB-654C-B55B52784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B4305B8F-27C4-DCE2-33E3-37E9C2E0A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8AA-F831-4B38-AAC0-90479A112F3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CBB4300-19EB-3312-B1A2-68C96A5B6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B61DB3-83C3-DD3C-8B0D-2F9EA5174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C9D2-8881-45C3-AF2D-0528726F3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97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420B90E-48D2-2CF8-47C8-B349EA456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A6386C4A-45C1-0799-17D4-2AD58CF19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92BF8F54-4537-4B3B-7468-CC64675FD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F14765AB-E8F1-3E60-7C60-ABB243520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9F416095-276E-9202-263B-97A4DE8A9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4C1C0A35-6437-1F0D-7EF1-176D24384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8AA-F831-4B38-AAC0-90479A112F3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22ED20AF-FB11-6800-2193-552E525B2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8B4CD2C4-51C7-9D99-D32B-7880D054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C9D2-8881-45C3-AF2D-0528726F3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4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2D7D722-35BB-890B-B7DF-2CAD722AA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BDF2DE08-F530-9E31-72B7-F9E4401E2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8AA-F831-4B38-AAC0-90479A112F3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F8467B29-C1FF-66E8-2C0B-DB434D6B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85E2B152-B8F7-FED5-5812-48234B3E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C9D2-8881-45C3-AF2D-0528726F3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44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4B9C0643-20D9-8B63-271B-F07E1A0F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8AA-F831-4B38-AAC0-90479A112F3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90F83E4B-DE08-9F0A-3FF3-5EC32C4C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4FE14BEA-8C7F-025C-5717-899365761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C9D2-8881-45C3-AF2D-0528726F3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77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39AEFFF-B08E-2E35-B193-2ADB5A142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4DBD65F-DC55-97C9-5AFE-3F7BB7851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1FC6DBF1-9729-1680-9578-98722F75C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360294A0-4442-3CAB-B09C-FC75CD57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8AA-F831-4B38-AAC0-90479A112F3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4C0C77D7-0313-FE92-CF6C-73939CE5C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842BDCB-50C7-C75F-AE94-56FF724F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C9D2-8881-45C3-AF2D-0528726F3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66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3B67C0A-FEF2-A0AE-410E-03D39DC4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1EE64830-1F30-7F55-88B6-DA4A1E57A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C2149B77-7466-AB33-86FD-25D191512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B0ED0E0D-0064-7FD7-31E5-8AEA8665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8AA-F831-4B38-AAC0-90479A112F3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7138510D-E2C3-89B0-F7BD-59F25C393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055E154B-3150-3F20-B1B9-16EA64B2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C9D2-8881-45C3-AF2D-0528726F3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6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F999686-6004-B0A9-1C78-5CE1DA1B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43F09008-699B-C372-78EB-217664F83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4EDAA16-7F21-4003-DDB2-3F46DC20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8AA-F831-4B38-AAC0-90479A112F3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D7E5E5D4-01C1-8065-EDFD-F13753CD7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CEA6BAA-5624-9C7B-EA72-ADF5DA47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C9D2-8881-45C3-AF2D-0528726F3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75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B95C2718-2800-345C-4FDA-13F9430468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A65D012-CBA2-D03F-852D-B56A7F352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30599512-1A46-FF18-E223-6DEE7801C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58AA-F831-4B38-AAC0-90479A112F3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9A2FFC5-1C84-08BD-B93B-6237CB69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A54B264-C5DE-DFDA-F1A3-61FCFA22F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C9D2-8881-45C3-AF2D-0528726F3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6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0F865658-CCF6-A682-652D-E5B55CE85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39A67829-BA10-100E-0E33-D12AFA209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97895DE-3EFC-4D1A-81BC-7657F1FF7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F58AA-F831-4B38-AAC0-90479A112F3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8EEFE14-386C-E68C-AB5C-9E8AD5B03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C286B3F-4EF5-1870-E212-19F7A63EF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AC9D2-8881-45C3-AF2D-0528726F3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4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ă 3">
            <a:extLst>
              <a:ext uri="{FF2B5EF4-FFF2-40B4-BE49-F238E27FC236}">
                <a16:creationId xmlns:a16="http://schemas.microsoft.com/office/drawing/2014/main" id="{64AEC522-D1DF-5D69-C4C1-E668066B34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678267"/>
              </p:ext>
            </p:extLst>
          </p:nvPr>
        </p:nvGraphicFramePr>
        <p:xfrm>
          <a:off x="0" y="0"/>
          <a:ext cx="1219199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68774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ă 3">
            <a:extLst>
              <a:ext uri="{FF2B5EF4-FFF2-40B4-BE49-F238E27FC236}">
                <a16:creationId xmlns:a16="http://schemas.microsoft.com/office/drawing/2014/main" id="{3B2EFE7C-BDC7-4A8D-A1C5-304993F80F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4349297"/>
              </p:ext>
            </p:extLst>
          </p:nvPr>
        </p:nvGraphicFramePr>
        <p:xfrm>
          <a:off x="0" y="0"/>
          <a:ext cx="1219199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30779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ă 3">
            <a:extLst>
              <a:ext uri="{FF2B5EF4-FFF2-40B4-BE49-F238E27FC236}">
                <a16:creationId xmlns:a16="http://schemas.microsoft.com/office/drawing/2014/main" id="{BC36D1D9-A620-CBFF-5C03-9D5F5BDE28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1458306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11503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</Words>
  <Application>Microsoft Office PowerPoint</Application>
  <PresentationFormat>Ecran lat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Lapadat Cosmin</dc:creator>
  <cp:lastModifiedBy>Lapadat Cosmin</cp:lastModifiedBy>
  <cp:revision>1</cp:revision>
  <dcterms:created xsi:type="dcterms:W3CDTF">2026-02-11T20:25:43Z</dcterms:created>
  <dcterms:modified xsi:type="dcterms:W3CDTF">2026-02-11T20:28:04Z</dcterms:modified>
</cp:coreProperties>
</file>